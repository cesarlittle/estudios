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Estudios Bíblicos de César Little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Estudio Bíblico: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</a:rPr>
              <a:t>Enseñanzas de Jesús para Hacer Discípulos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5F"/>
                </a:solidFill>
              </a:rPr>
              <a:t>Base Principal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C3E50"/>
                </a:solidFill>
              </a:rPr>
              <a:t>"Por tanto, vayan y hagan discípulos de todas las naciones, bautizándolos en el nombre del Padre y del Hijo y del Espíritu Santo, enseñándoles a obedecer todo lo que les he mandado a ustedes. Y les aseguro que estaré con ustedes siempre, hasta el fin del mundo."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(Mateo 28:19-20)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C3E50"/>
                </a:solidFill>
              </a:rPr>
              <a:t>"La ley y los profetas se proclamaron hasta Juan; desde entonces se anuncian las buenas nuevas del reino de Dios..."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(Lucas 16:16)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Objetivo del Estudio: Concentrarnos en lo que Jesús mandó enseñar a sus discípulos, distinguiendo sus enseñanzas del antiguo pacto de la Ley y los Profetas.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1. Amor y Misericordia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"Oísteis que fue dicho: Amarás a tu prójimo, y aborrecerás a tu enemigo. Pero yo os digo: Amad a vuestros enemigos, bendecid a los que os maldicen, haced bien a los que os aborrecen, y orad por los que os ultrajan y os persiguen; para que seáis hijos de vuestro Padre que está en los cielos..."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(Mateo 5:43-45)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"Un mandamiento nuevo os doy: Que os améis unos a otros; como yo os he amado, que también os améis unos a otros. En esto conocerán todos que sois mis discípulos, si tuviereis amor los unos con los otros."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(Juan 13:34-35)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2. Arrepentimiento y Perdón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"Desde entonces comenzó Jesús a predicar, y a decir: Arrepentíos, porque el reino de los cielos se ha acercado."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(Mateo 4:17)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"Y si pecare contra ti siete veces al día, y siete veces al día volviere a ti, diciendo: Me arrepiento; perdónale."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(Lucas 17:4)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3. Fe y Reino de Dios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"Mas buscad primeramente el reino de Dios y su justicia, y todas estas cosas os serán añadidas."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(Mateo 6:33)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"De cierto, de cierto te digo, que el que no naciere de nuevo, no puede ver el reino de Dios."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(Juan 3:3)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4. Humildad y Servicio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"Pues si yo, el Señor y el Maestro, he lavado vuestros pies, vosotros también debéis lavaros los pies los unos a los otros. Porque ejemplo os he dado, para que como yo os he hecho, vosotros también hagáis."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(Juan 13:14-15)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"El que es el mayor de vosotros, sea vuestro siervo. Porque el que se enaltece será humillado, y el que se humilla será enaltecido."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(Mateo 23:11-12)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5. Oración y Relación con el Padre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"Mas tú, cuando ores, entra en tu aposento, y cerrada la puerta, ora a tu Padre que está en secreto; y tu Padre que ve en lo secreto te recompensará en público."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(Mateo 6:6)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"Vosotros, pues, oraréis así: Padre nuestro que estás en los cielos, santificado sea tu nombre. Venga tu reino. Hágase tu voluntad, como en el cielo, así también en la tierra..."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(Mateo 6:9-10)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6. Obediencia al Espíritu y sus Enseñanzas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"Mas el Consolador, el Espíritu Santo, a quien el Padre enviará en mi nombre, él os enseñará todas las cosas, y os recordará todo lo que yo os he dicho."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(Juan 14:26)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"Pero cuando venga el Espíritu de verdad, él os guiará a toda la verdad; porque no hablará por su propia cuenta, sino que hablará todo lo que oyere, y os hará saber las cosas que habrán de venir."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(Juan 16:13)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7. Frutos del Reino y Conducta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"Bienaventurados los pobres en espíritu, porque de ellos es el reino de los cielos... Bienaventurados los que tienen hambre y sed de justicia, porque ellos serán saciados..."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(Mateo 5:3-12)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"Entonces el Rey dirá a los de su derecha: Venid, benditos de mi Padre, heredad el reino preparado para vosotros desde la fundación del mundo. Porque tuve hambre, y me disteis de comer..."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(Mateo 25:34-40)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8. No Juzgar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"No juzguéis, para que no seáis juzgados. Porque con el juicio con que juzgáis, seréis juzgados, y con la medida con que medís, os será medido."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(Mateo 7:1-2)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"El que de vosotros esté sin pecado sea el primero en arrojar la piedra contra ella."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(Juan 8:7)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9. El Nuevo Nacimiento y Vida Eterna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"Respondió Jesús: De cierto, de cierto te digo, que el que no naciere de agua y del Espíritu, no puede entrar en el reino de Dios."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(Juan 3:5)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"De cierto, de cierto os digo: El que oye mi palabra, y cree al que me envió, tiene vida eterna; y no vendrá a condenación, mas ha pasado de muerte a vida."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(Juan 5:24)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10. El Costo del Discipulado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"Y decía a todos: Si alguno quiere venir en pos de mí, niéguese a sí mismo, tome su cruz cada día, y sígame."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(Lucas 9:23)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"Así, pues, cualquiera de vosotros que no renuncia a todo lo que posee, no puede ser mi discípulo."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(Lucas 14:33)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11. Uso de las Riquezas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"No os hagáis tesoros en la tierra, donde la polilla y el orín corrompen... sino haceos tesoros en el cielo... Porque donde esté vuestro tesoro, allí estará también vuestro corazón."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(Mateo 6:19-21)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"No podéis servir a Dios y a las riquezas."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(Mateo 6:24)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12. No Temas, Confía en Dios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"No se turbe vuestro corazón; creéis en Dios, creed también en mí."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(Juan 14:1)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"No temas, manada pequeña, porque a vuestro Padre le ha placido daros el reino."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(Lucas 12:32)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13. Paz y Gozo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"La paz os dejo, mi paz os doy; yo no os la doy como el mundo la da. No se turbe vuestro corazón, ni tenga miedo."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(Juan 14:27)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"Estas cosas os he hablado, para que mi gozo esté en vosotros, y vuestro gozo sea cumplido."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(Juan 15:11)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14. Permanecer en Su Palabra y Obedecer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"Si vosotros permaneciereis en mi palabra, seréis verdaderamente mis discípulos; y conoceréis la verdad, y la verdad os hará libres."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(Juan 8:31-32)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C3E50"/>
                </a:solidFill>
              </a:rPr>
              <a:t>"El que tiene mis mandamientos, y los guarda, ése es el que me ama; y el que me ama, será amado por mi Padre, y yo le amaré, y me manifestaré a él."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</a:rPr>
              <a:t>(Juan 14:21)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Estudios Bíblicos de César Little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WhatsApp: +54 911 2760 1142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Email: info@cesarlittle.com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Sitio web: www.estudios.cesarlittle.com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Estudio Bíblico: Enseñanzas de Jesús para Hacer Discípulos</dc:title>
  <dc:subject>PptxGenJS Presentation</dc:subject>
  <dc:creator>César Little</dc:creator>
  <cp:lastModifiedBy>César Little</cp:lastModifiedBy>
  <cp:revision>1</cp:revision>
  <dcterms:created xsi:type="dcterms:W3CDTF">2026-02-08T18:22:53Z</dcterms:created>
  <dcterms:modified xsi:type="dcterms:W3CDTF">2026-02-08T18:22:53Z</dcterms:modified>
</cp:coreProperties>
</file>